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2153-4CEB-2C6C-7463-022EB5103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089DB-CCBB-3D2F-E15A-8B2209E58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DA11C-0641-3382-3B15-D5AB920E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C6C83-7B09-F56A-3D2E-F62AC73A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62C5A-AF16-6700-8379-D42AD783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4019-2518-7B75-3B12-6A6A3855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0DB4-27DE-C1B8-B473-8CFE76E1B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0ABED-F10C-3A0A-BACA-FA8B93AD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5EF57-C0CB-E99E-0613-D6186E30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16D62-6382-A3B9-9F1D-EC78651D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77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5059-A804-D099-7A4B-492B0F6B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C3E78-5417-B8F2-FF1F-34CC1D5B9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37EBA-4E62-B002-5B35-0E864C1A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F8A2-E6FA-B7CB-FD34-1497A49D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81ED-8D8A-FB1B-DDED-E63D5838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5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6CA0-AF78-0161-68CB-047F9FEF2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7014-5256-BFB5-B39D-5B56C8355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89A3A-CCFD-4B60-E2AE-6E714A223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3C310-E7F1-1CAB-2E40-71B6D77F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DA6C7-5A45-DA7A-F5B4-2E8F1610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1EC30-7AC6-3425-78B5-58582227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0935-6BC3-EF95-952C-BAD912909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F8B2A-CFAE-3CB7-6F64-7E01BF2F9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500A-8F7C-BC4F-CB1F-50DA66410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9F697-CEBA-C421-00C8-39F291621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49ACE-224C-FD4C-DB6C-B6C7C574D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D36DC-F257-3F82-B459-758F9933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83E5D-3496-57C5-BA2A-DB9BFA1B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20337-449D-9241-A554-682A17FF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4827-421B-2748-6093-11E5AD56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C3F1A-DDD2-3EAD-5D22-4B212DDE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19E2C-333B-CD5C-7F28-528FD5D79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99147-B130-3404-F67A-C1F0BC3B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5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6416D-A5E1-CAEC-B3C9-4B7BAC9F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E2FCAA-0573-82C1-A62F-36D709BC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2D06F-907C-C62B-0C05-013089F3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8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94D5-C6D0-EC89-7ACC-1EB7232C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87654-F3AD-0FE7-4A05-7A331A7B9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1209D-D150-4DAF-4488-24AE2F5AF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91AA8-831E-4FBA-CF03-82E1830F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C81BB-65C0-1E71-C4A3-89B2736A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990E3-D38F-6C8B-00B5-1DBD9F7C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2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0A6F-C510-48DC-7AA6-1D6E722C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FF5AB-1B77-CC4B-FE5D-BC95D6B60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D36AC-D7F1-82E2-5E93-9F5C52DDA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24B8B-09A2-741C-8BD7-9D34C23A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E456D-98AC-FBE5-467F-E4F757F02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09B94-CD48-6AAC-F98E-E53581C7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2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1EB1-3B89-6B2B-C4E6-76363E01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542E-4663-219E-185D-01CEFFA09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82AD-166F-FBB6-2077-D730DBF0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7D38-4360-99E6-A64F-738166E5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28045-9481-2E11-CFB2-FE20B89F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2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CB030-50C4-8188-E391-A3CAF2333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7B475-9D41-22FA-A177-2EA0947BD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257C2-9988-2700-2995-9D61C5FC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CDB94-C9C3-03EA-3089-93DC5376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E1B04-00A3-B6B2-5E6E-05958677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7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E0F170-DF9A-41C3-7323-F32B0D4A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60FD0-A48A-E828-6891-B18F4996D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185C5-CC18-A5A0-3C30-5C5966E5A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25BA3-C465-435E-B6E8-6F1772BFDE8B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009B-BE6C-6FE9-542D-70396C234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2DF32-66CC-0CF1-4914-08B5AB43D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8A1F3-4997-4344-8866-719C64DE6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7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C681EA-D625-45FC-95D4-4642E89E27A0}"/>
              </a:ext>
            </a:extLst>
          </p:cNvPr>
          <p:cNvSpPr txBox="1"/>
          <p:nvPr/>
        </p:nvSpPr>
        <p:spPr>
          <a:xfrm>
            <a:off x="1692615" y="1653701"/>
            <a:ext cx="7256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Automobile Sales Predictions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B9F88-5562-52DE-99A6-404250F027AF}"/>
              </a:ext>
            </a:extLst>
          </p:cNvPr>
          <p:cNvSpPr txBox="1"/>
          <p:nvPr/>
        </p:nvSpPr>
        <p:spPr>
          <a:xfrm>
            <a:off x="7062281" y="3073940"/>
            <a:ext cx="3121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by: AYESHA SINGH</a:t>
            </a:r>
          </a:p>
        </p:txBody>
      </p:sp>
    </p:spTree>
    <p:extLst>
      <p:ext uri="{BB962C8B-B14F-4D97-AF65-F5344CB8AC3E}">
        <p14:creationId xmlns:p14="http://schemas.microsoft.com/office/powerpoint/2010/main" val="484159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556E3-2CA2-D1E5-F99D-483206FB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369" y="3704987"/>
            <a:ext cx="5330929" cy="2754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2B2DD-0023-73E0-99FC-199E61517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6" y="1378528"/>
            <a:ext cx="6093031" cy="2527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BE5BD5-CD71-04EC-1812-75EC75A83F39}"/>
              </a:ext>
            </a:extLst>
          </p:cNvPr>
          <p:cNvSpPr txBox="1"/>
          <p:nvPr/>
        </p:nvSpPr>
        <p:spPr>
          <a:xfrm>
            <a:off x="191037" y="4549677"/>
            <a:ext cx="65403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.Increase inventory and production ahead of peak months to avoid stockouts and lost sales.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.Use off-peak periods for promotions or maintenance to smooth demand and optimize capacity.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.Plan cash flow and logistics around forecasted peak seasons for better cost control and service levels.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7F6FA-506A-0CB9-3DDE-2BDBE62DE0BB}"/>
              </a:ext>
            </a:extLst>
          </p:cNvPr>
          <p:cNvSpPr txBox="1"/>
          <p:nvPr/>
        </p:nvSpPr>
        <p:spPr>
          <a:xfrm>
            <a:off x="6546715" y="1157967"/>
            <a:ext cx="551558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.Sales show strong seasonality, with sharp annual peaks repeating each year, indicating predictable demand cycles.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.Baseline sales remain relatively stable, but spike months contribute a large share of total revenue.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.The forecast maintains historical patterns, suggesting the model has learned trend + seasonality well.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0F6C6A-B444-D115-4614-FBE310952F33}"/>
              </a:ext>
            </a:extLst>
          </p:cNvPr>
          <p:cNvSpPr txBox="1"/>
          <p:nvPr/>
        </p:nvSpPr>
        <p:spPr>
          <a:xfrm>
            <a:off x="231929" y="304035"/>
            <a:ext cx="996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u="sng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A. Forecasting Future Car Sales Using Machine Learning to Support Inventory and Demand Planning.</a:t>
            </a:r>
          </a:p>
          <a:p>
            <a:endParaRPr lang="en-US" u="sng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59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324268-8EBE-38D5-70A0-2325853C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0" y="1024435"/>
            <a:ext cx="6667047" cy="2081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7DE1FA-168A-3AF1-2DF0-5C7EC8C6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161" y="3893917"/>
            <a:ext cx="5547856" cy="2673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12B02F-AFF9-BB3F-CC1C-DE132C21FC6C}"/>
              </a:ext>
            </a:extLst>
          </p:cNvPr>
          <p:cNvSpPr txBox="1"/>
          <p:nvPr/>
        </p:nvSpPr>
        <p:spPr>
          <a:xfrm>
            <a:off x="6848273" y="914712"/>
            <a:ext cx="50097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.Classic Cars &amp; Vintage Cars remain the top revenue drivers, but predictions show a slight decline, indicating possible market saturation.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.Motorcycles, Trucks &amp; Buses, and Ships show stable to moderate growth, suggesting steady demand and growth potential.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.Trains show a noticeable increase from a low base, indicating an emerging or niche opportunity.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.Planes remain mostly flat, implying a mature and stable segment with limited short-term growth</a:t>
            </a:r>
            <a:r>
              <a:rPr lang="en-US" b="0" i="0" dirty="0">
                <a:effectLst/>
                <a:latin typeface="system-ui"/>
              </a:rPr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EEE7C-294A-9BFC-1658-87362F5C61D3}"/>
              </a:ext>
            </a:extLst>
          </p:cNvPr>
          <p:cNvSpPr txBox="1"/>
          <p:nvPr/>
        </p:nvSpPr>
        <p:spPr>
          <a:xfrm>
            <a:off x="129289" y="3660669"/>
            <a:ext cx="58333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.Optimize inventory for Classic &amp; Vintage Cars to avoid overstocking due to predicted slowdown.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.Invest marketing and expansion efforts in Motorcycles, Trucks &amp; Buses, and Ships to capture growing demand.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.Explore growth strategies for Trains (new markets, promotions) as it shows upward momentum.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.Maintain current strategy for Planes, focusing on cost efficiency rather than aggressive expansion.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E919BF-7CCB-E704-6808-D3C43E252EB0}"/>
              </a:ext>
            </a:extLst>
          </p:cNvPr>
          <p:cNvSpPr txBox="1"/>
          <p:nvPr/>
        </p:nvSpPr>
        <p:spPr>
          <a:xfrm>
            <a:off x="129289" y="244348"/>
            <a:ext cx="6779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u="sng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B. Time-Based Sales Forecasting and Growth Analysis by Product Line</a:t>
            </a:r>
          </a:p>
          <a:p>
            <a:endParaRPr lang="en-US" u="sng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7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FEAD4-F88F-C8E7-9EC0-3513DA5D2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56" y="672092"/>
            <a:ext cx="4202350" cy="2836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34CA4-CE50-DA55-E246-C8270BD38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079" y="3481041"/>
            <a:ext cx="6020200" cy="2926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94251E-CED4-D535-9164-E9624CAE280E}"/>
              </a:ext>
            </a:extLst>
          </p:cNvPr>
          <p:cNvSpPr txBox="1"/>
          <p:nvPr/>
        </p:nvSpPr>
        <p:spPr>
          <a:xfrm>
            <a:off x="4967595" y="706813"/>
            <a:ext cx="592738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Insights :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.Most top countries had strong sales growth in 2019.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Sales are expected to decline in 2020–21 across all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Denmark, UK, and Singapore show the highest risk due to sharp decline.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Spain and USA appear more stable with lower decline.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High past growth does not guarantee future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Forecast shows that market conditions can change quickly.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D729B-D7E6-5FDB-EA40-3BD9A54EE745}"/>
              </a:ext>
            </a:extLst>
          </p:cNvPr>
          <p:cNvSpPr txBox="1"/>
          <p:nvPr/>
        </p:nvSpPr>
        <p:spPr>
          <a:xfrm>
            <a:off x="278857" y="3622684"/>
            <a:ext cx="5457221" cy="312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 Recommendations: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Reallocate investments toward relatively stable markets like Spain and USA.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Apply risk mitigation strategies (cost control, demand planning) in high-decline countries such as Denmark, UK, and Singapore.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Optimize inventory and supply chain to avoid overstocking in declining markets.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Use predictive analytics regularly, not only historical sales, for strategic decisions.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Focus on high-performing product lines within each country to offset overall decline.</a:t>
            </a:r>
          </a:p>
          <a:p>
            <a:pPr algn="l"/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Diversify market presence instead of relying heavily on previously high-growth countries.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67B2EC-573B-CD2F-0809-5D12B8C08640}"/>
              </a:ext>
            </a:extLst>
          </p:cNvPr>
          <p:cNvSpPr txBox="1"/>
          <p:nvPr/>
        </p:nvSpPr>
        <p:spPr>
          <a:xfrm>
            <a:off x="377356" y="110963"/>
            <a:ext cx="8521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="1" i="0" u="sng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Country-wise Actual (2019) vs Predicted(2020-21) Growth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102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593DB4-682C-82C1-0048-9EB937F421FE}"/>
              </a:ext>
            </a:extLst>
          </p:cNvPr>
          <p:cNvSpPr txBox="1"/>
          <p:nvPr/>
        </p:nvSpPr>
        <p:spPr>
          <a:xfrm>
            <a:off x="560962" y="1118680"/>
            <a:ext cx="110700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Machine learning successfully forecasted future car sales using historical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Sales show strong seasonality, with clear peak and low-demand periods every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Forecast indicates a slowdown in overall growth after 2019 across countries and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Some product lines and countries remain more stable and resilient than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Historical high growth does not always guarantee future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model helps identify risk areas and growth opportunities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These insights support better inventory planning, demand forecasting, and business decisions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75EA0-8C11-5DC8-0732-3B37C9A0B401}"/>
              </a:ext>
            </a:extLst>
          </p:cNvPr>
          <p:cNvSpPr txBox="1"/>
          <p:nvPr/>
        </p:nvSpPr>
        <p:spPr>
          <a:xfrm>
            <a:off x="577175" y="525294"/>
            <a:ext cx="1525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en-US" sz="2000" b="1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411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4371</TotalTime>
  <Words>561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Singh</dc:creator>
  <cp:lastModifiedBy>Ayesha Singh</cp:lastModifiedBy>
  <cp:revision>1</cp:revision>
  <dcterms:created xsi:type="dcterms:W3CDTF">2026-01-09T14:09:12Z</dcterms:created>
  <dcterms:modified xsi:type="dcterms:W3CDTF">2026-01-12T15:00:55Z</dcterms:modified>
</cp:coreProperties>
</file>